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2" r:id="rId2"/>
    <p:sldId id="256" r:id="rId3"/>
    <p:sldId id="257" r:id="rId4"/>
    <p:sldId id="258" r:id="rId5"/>
    <p:sldId id="259" r:id="rId6"/>
    <p:sldId id="261" r:id="rId7"/>
    <p:sldId id="260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00FF00"/>
    <a:srgbClr val="FF0000"/>
    <a:srgbClr val="973D70"/>
    <a:srgbClr val="6A003B"/>
    <a:srgbClr val="AE698F"/>
    <a:srgbClr val="CD9FA4"/>
    <a:srgbClr val="D9BCAC"/>
    <a:srgbClr val="DBC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12"/>
  </p:normalViewPr>
  <p:slideViewPr>
    <p:cSldViewPr snapToGrid="0">
      <p:cViewPr varScale="1">
        <p:scale>
          <a:sx n="110" d="100"/>
          <a:sy n="110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65D40-C7EF-0D41-AF31-76C890FA5EA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C43A5-B851-F74F-9B05-B3EB98E4DCF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48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338B-92CC-1BC6-6B47-F4165DF7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422C0-9255-5045-A811-A2A221302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24396-1402-25A1-3603-3F1FC2397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160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FE586-C5A2-3EC5-EBF6-F6D320906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0981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153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8479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87156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4668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4924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C43A5-B851-F74F-9B05-B3EB98E4DCF4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148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13B0-F6AB-A094-670B-8C23B5EC2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E46FE-6F38-F22A-F242-1E8F509B0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1EE9F-FF07-5ED8-B25B-5AE3D2CA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B032-6244-2A06-8F43-43D473FA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4BC3-BCCD-3C59-0A08-92FC8FAF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986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E84E-3D55-F7B6-FFCA-0312FE8F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8CC5B-22FF-CF4D-6011-2537FD6D7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D2AA5-4981-2B73-8D66-187D4779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39501-E79C-3F64-87D5-B0DF155B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6DED-6AEE-8DCA-0DCF-FB9A17BB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686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6CB6-401B-25FD-2ACF-2CAF3711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F7907-870F-F09B-4D65-48470DD9F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06BB-5032-88A0-4142-154810DB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26CFD-31EA-4AAD-2FDC-17BBF4F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408A-9231-A5CD-4EEA-3C97C383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403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A355-D4D6-0625-A000-19D1E1AC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63E7-F435-D746-1DDE-A7999CF5B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6C5EA-82C7-F640-625F-11711F0C8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06EDD-B252-EF9A-8AD9-C6D5FF4A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976BD-1393-8DFF-35EC-805923BD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CD08F-97B6-EDEC-42E2-6201841F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704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455D-4FE6-2C08-9B32-E5667661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A8BF8-4588-5DF7-3109-C1AB0912D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20F3A-6E2B-7373-7BD9-6233949B4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13DA7-E287-D3F9-6253-85972477D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54B42-E311-2CAA-F3D1-F3E6C740D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53966-B998-A948-4214-12530BFA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22B43-7562-93DD-BD59-B3C754A7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167D1-D751-51F6-C3CD-DB8E339A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738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9CF6-303F-5E66-C940-EABB129A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6D90A-65AF-2D7B-B9EE-0501E5C3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12343-BDD1-EDE4-26CF-61D1957F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B4D04-3F07-BC9D-0E68-B7E4D87A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246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F7757-1950-969B-A8B0-F16E81B0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9B466-095F-A911-BD47-004DE3DD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FD5F7-C4F4-9C29-90CA-DD8B8751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626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61F6-BAF0-1DF7-4CD6-13213840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41A0-5BCD-EE24-E9E6-0E194FA08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ECA06-5BE4-03F2-997C-4221DCFF3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D9B59-D28F-2509-0087-43B80467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EC67C-7043-B2F0-73F9-F054002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C18F2-EFEB-C262-BDE9-1BB55A8F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197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BE17-FD8F-E742-28A2-FD0F1B8E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49E13-BAFA-57E7-EE16-B665348C3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BB9C5-19B0-3DFA-EBF8-302FB2528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C5B2B-32B2-41C1-47E7-0394B6C8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CE332-501C-8931-3471-A23F9463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8E9AA-DC6C-13DC-1406-6901F8DA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890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8675-425B-7A92-6583-905FCB83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857F2-FC80-46FF-F91E-941B958FE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BAE3A-2F91-7C3C-183D-B504138B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1C143-04CC-6B60-F193-FECA86B5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53B34-C816-26BD-F548-FCAE39EC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664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24D69-E497-FB9B-5607-092F1B14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A684A-0F35-B421-2045-3F820FEC7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49B1A-AC5A-6630-1ED4-0B761E2B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56FF9-4076-FE70-7A56-3E971EA8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D4797-ABC8-066A-31D7-0AEB89D8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306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F45410-04AD-6767-9F7A-E4105072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5EE79-B7FC-FB13-62B1-471C9EAD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8B01-CAD9-3939-F1FF-E5B0E2977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6BCC4-C73D-F448-AD5B-A25C5EEAB67A}" type="datetimeFigureOut">
              <a:rPr lang="en-CN" smtClean="0"/>
              <a:t>2025/12/8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B679-95B6-28BE-7835-22172714D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E60EF-BCEA-5069-DBFE-2B5A7DE61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CC63C-02D5-B04A-A6AE-40BCD7A101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023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9DE80-5F02-5C11-6A85-5B6F8387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29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4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43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BCA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590A4-76DF-A100-9D03-46BBB56C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2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FA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1F2AD-3F1E-4903-C282-2E9CA542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69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69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B3BAD-A1F8-2627-B6B8-3B675C9D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72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3D7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DC10D-49CB-EBB2-EE1F-10923C6F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83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00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78A35-049B-3F88-FB32-A1D6FB38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42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BDD2-DFD9-34EB-243A-DCFD771C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C864-ECC0-C596-185E-DADA1F144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533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77421-ABF4-347A-BACB-A088A4D6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CD39-E682-9AD6-F5DD-F931C04A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A08F-FB8F-CD12-0574-ACB1AAE43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290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FB012-0A1A-A3BE-077A-EA907F1C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C3DA-4C1E-60DF-1B83-D98C80B7F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525F-6726-2EA8-3A57-BA947AC1D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974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EA2C-AFE1-50BE-F5F7-CA605267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04848-B05C-24A5-81DC-FA4EB4375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789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14</Words>
  <Application>Microsoft Macintosh PowerPoint</Application>
  <PresentationFormat>Widescreen</PresentationFormat>
  <Paragraphs>14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Heidi Eren</dc:creator>
  <cp:lastModifiedBy>Heidi Eren</cp:lastModifiedBy>
  <cp:revision>3</cp:revision>
  <dcterms:created xsi:type="dcterms:W3CDTF">2025-12-01T16:35:09Z</dcterms:created>
  <dcterms:modified xsi:type="dcterms:W3CDTF">2025-12-08T17:47:03Z</dcterms:modified>
</cp:coreProperties>
</file>